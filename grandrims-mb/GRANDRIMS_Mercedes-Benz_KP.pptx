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Кадр — предметное фото комплекта целиком, без кадрирования.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18″–24″,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Все четыре кадра — предметные фото комплектов: строгий Mercedes-Benz, Maybach-style, AMG-style, G-Class.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справа — предметное фото комплекта.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серый Mercedes-AMG E-Class, вид сзади, ночь.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G-Class.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Тормозные комплекты AMG Carbon Ceramic.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комплекта и цена — из сообщения заказчика: передний суппорт Brembo 6pot + карбон-керамические диски 420 мм, задний суппорт OEM 1pot + диски 400 мм; W463 / W465; 1 150 000 ₽ (слово «от» убрано по просьбе заказчика).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 на диски (моноблоки и 2-составные, 18″–24″) — из актуального сообщения заказчика; заменили прежний прайс «от» из старого КП. Единица цены (за диск / за комплект) не указана.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33400"/>
            <a:ext cx="1778000" cy="5750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pic>
        <p:nvPicPr>
          <p:cNvPr id="8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521200"/>
            <a:ext cx="393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000"/>
              </a:lnSpc>
              <a:spcBef>
                <a:spcPts val="0"/>
              </a:spcBef>
            </a:pPr>
            <a:r>
              <a:rPr sz="7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18″–24″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200" y="4775200"/>
            <a:ext cx="1803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56134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pic>
        <p:nvPicPr>
          <p:cNvPr id="11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18″–24″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pic>
        <p:nvPicPr>
          <p:cNvPr id="25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670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724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88392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8953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89027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Строгий Mercedes-Benz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1313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 и полированная кромка спиц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95123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94615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96901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полированные поверхности и объём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99568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0711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0203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AMG-style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02489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многоспицевый рисунок, матовый графит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105156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106299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6500" y="105791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6500" y="108077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массивный моноблок, матовый чёрный</a:t>
            </a:r>
          </a:p>
        </p:txBody>
      </p:sp>
      <p:pic>
        <p:nvPicPr>
          <p:cNvPr id="30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175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pic>
        <p:nvPicPr>
          <p:cNvPr id="8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429000"/>
            <a:ext cx="4445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pic>
        <p:nvPicPr>
          <p:cNvPr id="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255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84250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pic>
        <p:nvPicPr>
          <p:cNvPr id="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— brake set" descr="brakes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064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Brembo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pic>
        <p:nvPicPr>
          <p:cNvPr id="18" name="GRANDRIMS logo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— G 63 carbon ceramic" descr="brake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30500"/>
            <a:ext cx="6858000" cy="3365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7305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3400" y="62992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В КОМПЛЕКТЕ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6040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6565900"/>
            <a:ext cx="53086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Передний суппорт Brembo 6pot + карбон-керамические тормозные диски 420 мм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71882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7150100"/>
            <a:ext cx="53086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Задний суппорт OEM 1pot + карбон-керамические тормозные диски 400 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7848600"/>
            <a:ext cx="5791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Подходит для Mercedes-Benz W463 / W465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82804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rice text"/>
          <p:cNvSpPr txBox="1"/>
          <p:nvPr/>
        </p:nvSpPr>
        <p:spPr>
          <a:xfrm>
            <a:off x="533400" y="84201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 63 составляет</a:t>
            </a:r>
            <a:br/>
            <a:r>
              <a:rPr sz="48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1 150 000 ₽.</a:t>
            </a:r>
          </a:p>
        </p:txBody>
      </p:sp>
      <p:sp>
        <p:nvSpPr>
          <p:cNvPr id="17" name="Note"/>
          <p:cNvSpPr txBox="1"/>
          <p:nvPr/>
        </p:nvSpPr>
        <p:spPr>
          <a:xfrm>
            <a:off x="533400" y="10591800"/>
            <a:ext cx="57912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pic>
        <p:nvPicPr>
          <p:cNvPr id="18" name="GRANDRIMS logo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pic>
        <p:nvPicPr>
          <p:cNvPr id="2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179 000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279 000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190 000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290 000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205 000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305 000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218 000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318 000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230 000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330 000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245 000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345 000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270 000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370 000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pic>
        <p:nvPicPr>
          <p:cNvPr id="56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33400"/>
            <a:ext cx="1778000" cy="575049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