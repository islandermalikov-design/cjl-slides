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6858000" cy="121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Обложка. Фото: чёрный GLS. Фраза «Mercedes-Benz. Управляй комфортом.» — статусная строка из брифа.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Имиджевый вход. Фото: белый S-Class.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Кованые диски. Детали колёс — кадрированные фрагменты фото GLS и S-Class. Если пришлёт предметные фото дисков GRANDRIMS — заменить этими кадрами.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Технологии и преимущества. Все факты — из исходного КП: 6061-T6, 18–24″, 3D, от 15 рабочих дней, пожизненная гарантия на целостность конструкции, сервис, готовые комплекты.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Дизайн дисков. Все четыре кадра — предметные фото комплектов: строгий Mercedes-Benz, Maybach-style, AMG-style, G-Class.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Maybach / luxury. Фото: белый Maybach GLS с полированными дисками; круглая вставка — фрагмент колеса.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AMG / Performance. Фото: серый Mercedes-AMG E-Class, вид сзади, ночь.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G-Class.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Тормозные комплекты AMG Carbon Ceramic.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ТРЕБУЕТСЯ: внести цену вместо «…» в текстовом поле «Price text». Цена не придумана.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Процесс: автомобиль → разработка дизайна → 3D → производство → готовый комплект.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Прайс-лист перенесён без изменений из исходного КП (значения «от», моноблоки и 2-составные, 18–24″). Единица цены (за диск / за комплект) в исходнике не указана — при необходимости уточнить и добавить.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Фото: чёрный V-Class. Контакты — из исходного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609600"/>
            <a:ext cx="1498600" cy="3475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0" y="685800"/>
            <a:ext cx="266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968500"/>
            <a:ext cx="5842000" cy="241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Индивидуальные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решения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для автомобилей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718800"/>
            <a:ext cx="5791200" cy="6350"/>
          </a:xfrm>
          <a:prstGeom prst="rect">
            <a:avLst/>
          </a:prstGeom>
          <a:solidFill>
            <a:srgbClr val="C4C9C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107124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9347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 spc="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Mercedes-Benz. Управляй комфортом.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ФИЛОСОФИЯ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70000"/>
            <a:ext cx="5715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Создано под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33400" y="3937000"/>
            <a:ext cx="5080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GRANDRIMS создаёт индивидуальные колёсные решения для автомобилей Mercedes-Benz с учётом дизайна, параметров и характера конкретной модели.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2395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КОВАНЫЕ ДИСКИ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Кованые диски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для Mercedes-Benz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под любые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2258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Инженерная точность, высокая прочность и сниженный вес.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4381500"/>
            <a:ext cx="5791200" cy="635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zes"/>
          <p:cNvSpPr txBox="1"/>
          <p:nvPr/>
        </p:nvSpPr>
        <p:spPr>
          <a:xfrm>
            <a:off x="533400" y="4445000"/>
            <a:ext cx="3556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00"/>
              </a:lnSpc>
              <a:spcBef>
                <a:spcPts val="0"/>
              </a:spcBef>
            </a:pPr>
            <a:r>
              <a:rPr sz="8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7500" y="4686300"/>
            <a:ext cx="2197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ДОСТУПНЫЕ РАЗМЕРЫ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7500" y="5016500"/>
            <a:ext cx="2197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35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Индивидуальное исполнение с учётом дизайна, параметров и нагрузок автомобиля.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95000"/>
            <a:ext cx="2794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11239500"/>
            <a:ext cx="2794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ТЕХНОЛОГИИ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Технология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 основе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21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0861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6061-T6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31750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Кованый алюминиевый сплав авиационного класса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2164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3815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6500" y="44704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Размеры от 18 до 24 дюймов под параметры автомобиля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5118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56769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6500" y="57658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до запуска в 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68072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69723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500" y="70612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рабочих дней — производство индивидуального комплекта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81026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8318500"/>
            <a:ext cx="3302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Пожизненная</a:t>
            </a:r>
          </a:p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гарантия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6500" y="83566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Гарантия на целостность конструкции дисков на весь срок эксплуатации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9677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СЕРВИС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Сопровождение на этапах дизайна, производства и установки.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9677400"/>
            <a:ext cx="27686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ГОТОВЫЕ КОМПЛЕКТЫ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Шины, датчики давления и аксессуары — в сборе.*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11125200"/>
            <a:ext cx="5791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</a:pPr>
            <a:r>
              <a:rPr sz="100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ДИЗАЙН ДИСКОВ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Дизайн в характере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6670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27241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62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4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89154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90297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6500" y="89789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Строгий Mercedes-Benz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92075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чёрный лак и полированная кромка спиц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94742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95885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95377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97663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полированные поверхности и объём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100330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101473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100965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AMG-style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500" y="103251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многоспицевый рисунок, матовый графит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105918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107061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6500" y="106553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6500" y="108839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массивный моноблок, матовый чёрный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05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Сдержанная</a:t>
            </a:r>
          </a:p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роскошь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134600"/>
            <a:ext cx="29845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0325100"/>
            <a:ext cx="3429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Полированный металл и монолитный рисунок. Фактура в главной роли.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06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PERFORMANCE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Динамика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в каждой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детали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429000"/>
            <a:ext cx="4445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Многоспицевые и спортивные рисунки — с характером, но без излишеств.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07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82550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без компромиссов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9842500"/>
            <a:ext cx="3556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Массивные кованые диски, рассчитанные на нагрузки и характер G-Class.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08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ТОРМОЗНЫЕ СИСТЕМЫ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811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Тормозные комплекты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на оригинальных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компонентах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pic>
        <p:nvPicPr>
          <p:cNvPr id="6" name="Photo — brake set" descr="brakes_s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64000"/>
            <a:ext cx="6858000" cy="546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064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34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СУППОРТЫ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AMG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38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38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ДИСКИ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38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42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42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КОМПОНЕНТЫ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42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Оригинальные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09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ОТДЕЛЬНОЕ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176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Карбон-керамическая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тормозная система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 G 63</a:t>
            </a:r>
          </a:p>
        </p:txBody>
      </p:sp>
      <p:pic>
        <p:nvPicPr>
          <p:cNvPr id="6" name="Photo — G 63 carbon ceramic" descr="brake_g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0"/>
            <a:ext cx="6858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2794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7366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ice text"/>
          <p:cNvSpPr txBox="1"/>
          <p:nvPr/>
        </p:nvSpPr>
        <p:spPr>
          <a:xfrm>
            <a:off x="533400" y="75946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7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Стоимость представленного на фотографии комплекта карбон-керамической тормозной системы для Mercedes-Benz G 63 составляет</a:t>
            </a:r>
            <a:br/>
            <a:r>
              <a:rPr sz="7500" lang="ru-RU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… 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0223500"/>
            <a:ext cx="762000" cy="6350"/>
          </a:xfrm>
          <a:prstGeom prst="rect">
            <a:avLst/>
          </a:prstGeom>
          <a:solidFill>
            <a:srgbClr val="C4C9C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te"/>
          <p:cNvSpPr txBox="1"/>
          <p:nvPr/>
        </p:nvSpPr>
        <p:spPr>
          <a:xfrm>
            <a:off x="533400" y="10375900"/>
            <a:ext cx="57912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</a:pPr>
            <a:r>
              <a:rPr sz="125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Стоимость тормозной системы для конкретной модели автомобиля рассчитывается индивидуально с учётом конфигурации и необходимых компонентов.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10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ПРОЦЕСС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концепции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 готового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комплекта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9500" y="3873500"/>
            <a:ext cx="6350" cy="647700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68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4100" y="3759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0500" y="363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Автомобиль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500" y="407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Модель, параметры и задачи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5270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4100" y="5346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0500" y="5219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Разработка дизайна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500" y="5664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Рисунок диска под характер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858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4100" y="6934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0500" y="6807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3D-моделирование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500" y="7251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параметров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8445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4100" y="8521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0500" y="8394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0500" y="8839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Сплав 6061-T6, от 15 рабочих дней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1003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4100" y="10109200"/>
            <a:ext cx="57150" cy="571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0500" y="998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Готовый комплект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0500" y="1042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 шинами, датчиками давления и аксессуарами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11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58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Индивидуальные условия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сотрудничества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5400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2705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6500" y="26289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Подбор решений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30353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3200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6500" y="31242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Визуализация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35306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36957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6500" y="36195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0259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4191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41148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Комплектация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5212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46863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46101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Сопровождение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0165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53721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КОВАНЫЕ ДИСКИ · ПРАЙС-ЛИСТ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56896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РАЗМЕР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0000" y="5689600"/>
            <a:ext cx="165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МОНОБЛОК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0" y="5689600"/>
            <a:ext cx="1879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2-СОСТАВНЫЕ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9817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60960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18″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55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190 500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91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320 000 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65024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400" y="66167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19″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55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201 500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91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341 500 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70231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71374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20″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55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213 000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91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364 000 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75438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3400" y="7658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21″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955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235 000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91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397 500 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80645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3400" y="81788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22″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955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257 500 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91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442 500 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3400" y="85852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86995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23″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955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280 000 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91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504 000 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3400" y="91059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3400" y="92202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24″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955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313 000 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91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543 000 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400" y="96266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3400" y="9791700"/>
            <a:ext cx="579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 Стоимость тормозных систем рассчитывается индивидуально.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609600"/>
            <a:ext cx="1498600" cy="347501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33400" y="13335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Создаём решения,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достойные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334500"/>
            <a:ext cx="57912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3400" y="93281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5504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г. Москва, ул. Барвихинская, д.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99695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8 800 201-72-94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04013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Telegram: @grand_rims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10401300"/>
            <a:ext cx="2768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info@grandrims.ru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18800"/>
            <a:ext cx="579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www.grandrims.ru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