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Детали колёс — кадрированные фрагменты фото GLS и S-Class. Если пришлёт предметные фото дисков GRANDRIMS — заменить этими кадрами.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01 и 02 — предметные фото комплектов; 03–04 — фрагменты фото автомобилей (S-Class, GLS).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круглая вставка — фрагмент колеса.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серый Mercedes-AMG E-Class, вид сзади, ночь.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ТРЕБУЕТСЯ: внести цену вместо «…» в текстовом поле «Price text». Цена не придумана.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Прайс-лист перенесён без изменений из исходного КП (значения «от», моноблоки и 2-составные, 18–24″). Единица цены (за диск / за комплект) в исходнике не указана — при необходимости уточнить и добавить.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445000"/>
            <a:ext cx="3556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0"/>
              </a:lnSpc>
              <a:spcBef>
                <a:spcPts val="0"/>
              </a:spcBef>
            </a:pPr>
            <a:r>
              <a:rPr sz="8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686300"/>
            <a:ext cx="2197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7500" y="5016500"/>
            <a:ext cx="2197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950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112395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2136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270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89154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9029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89789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Строгий Mercedes-Benz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2075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 и полированная кромка спиц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4742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588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5377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97663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полированные поверхности и объём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100330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1473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0965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Многоспицевый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3251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турбинный рисунок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5918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07061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655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Массивный моноблок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08839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монолитный чёрный диск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429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429000"/>
            <a:ext cx="4445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457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0"/>
            <a:ext cx="6858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94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36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ice text"/>
          <p:cNvSpPr txBox="1"/>
          <p:nvPr/>
        </p:nvSpPr>
        <p:spPr>
          <a:xfrm>
            <a:off x="533400" y="75946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7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 63 составляет</a:t>
            </a:r>
            <a:br/>
            <a:r>
              <a:rPr sz="75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… 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02235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e"/>
          <p:cNvSpPr txBox="1"/>
          <p:nvPr/>
        </p:nvSpPr>
        <p:spPr>
          <a:xfrm>
            <a:off x="533400" y="10375900"/>
            <a:ext cx="57912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</a:pPr>
            <a:r>
              <a:rPr sz="125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190 500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320 000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201 500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341 500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213 000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364 000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235 000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397 500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257 500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442 500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280 000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504 000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313 000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543 000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