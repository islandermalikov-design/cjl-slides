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ФОТО — cover" descr="Фотография: Обложка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ТЕМНЕНИЕ (SCRIM)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41210">
                  <a:alpha val="93000"/>
                </a:srgbClr>
              </a:gs>
              <a:gs pos="46000">
                <a:srgbClr val="141210">
                  <a:alpha val="80000"/>
                </a:srgbClr>
              </a:gs>
              <a:gs pos="100000">
                <a:srgbClr val="141210">
                  <a:alpha val="62000"/>
                </a:srgbClr>
              </a:gs>
            </a:gsLst>
            <a:lin ang="105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ЛИНИЯ"/>
          <p:cNvSpPr/>
          <p:nvPr/>
        </p:nvSpPr>
        <p:spPr>
          <a:xfrm>
            <a:off x="853380" y="2688431"/>
            <a:ext cx="658316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34330" y="3060502"/>
            <a:ext cx="8900120" cy="632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580"/>
              </a:lnSpc>
            </a:pPr>
            <a:r>
              <a:rPr sz="4320" b="0" spc="864">
                <a:solidFill>
                  <a:srgbClr val="F2ECE3"/>
                </a:solidFill>
                <a:latin typeface="Cormorant Garamond Light"/>
              </a:rPr>
              <a:t>РЕСТАВРАЦИЯ ОБЪЕКТОВ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330" y="3934619"/>
            <a:ext cx="8900120" cy="285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1340" b="0" spc="81">
                <a:solidFill>
                  <a:srgbClr val="F2ECE3"/>
                </a:solidFill>
                <a:latin typeface="Noto Sans"/>
              </a:rPr>
              <a:t>Портфолио реализованных проектов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giliarovskogo-before" descr="Фотография: Гиляровского, 37к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3575" y="536377"/>
            <a:ext cx="3742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01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Гиляровского,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37к2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giliarovskogo-after" descr="Фотография: Гиляровского, 37к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304800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304800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304800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304800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304800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304800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3575" y="536377"/>
            <a:ext cx="3742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01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Гиляровского,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37к2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borby-before" descr="Фотография: Площадь Борьбы, 13А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29416" y="536377"/>
            <a:ext cx="394692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02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Площадь Борьбы,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borby-after" descr="Место под будущую фотографию: Площадь Борьбы, 13А — ПОСЛЕ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570641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9570641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9570641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9570641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9570641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9570641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29416" y="536377"/>
            <a:ext cx="394692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02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Площадь Борьбы,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1591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1591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1591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1591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1591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1591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myasnickaya-before" descr="Место под будущую фотографию: Мясницкая, 13 стр. 2 — ДО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3575" y="536377"/>
            <a:ext cx="396677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03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Мясницкая,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 стр.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myasnickaya-after" descr="Фотография: Мясницкая, 13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304800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304800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304800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304800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304800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304800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3575" y="536377"/>
            <a:ext cx="396677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03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Мясницкая,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 стр.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nikoloyamskaya-before" descr="Место под будущую фотографию: Николоямская, 51 стр. 2 — ДО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29416" y="536377"/>
            <a:ext cx="397966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04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Николоямская,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51 стр.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nikoloyamskaya-after" descr="Фотография: Николоямская, 51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570641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9570641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9570641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9570641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9570641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9570641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29416" y="536377"/>
            <a:ext cx="397966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04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Николоямская,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51 стр.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1591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1591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1591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1591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1591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1591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okruzhnoy-before" descr="Фотография: Окружной проезд, 16 и 16 стр. 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3575" y="536377"/>
            <a:ext cx="398165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05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Окружной проезд,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16 и 16 стр.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okruzhnoy-after" descr="Фотография: Окружной проезд, 16 и 16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304800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304800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304800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304800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304800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304800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3575" y="536377"/>
            <a:ext cx="398165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05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Окружной проезд,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16 и 16 стр.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pochtovaya-before" descr="Фотография: Большая Почтовая, 18/20 стр. 15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29416" y="536377"/>
            <a:ext cx="3996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06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Большая Почтовая,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18/20 стр.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pochtovaya-after" descr="Место под будущую фотографию: Большая Почтовая, 18/20 стр. 15 — ПОСЛЕ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570641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9570641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9570641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9570641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9570641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9570641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29416" y="536377"/>
            <a:ext cx="3996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06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Большая Почтовая,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18/20 стр.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1591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1591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1591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1591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1591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1591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ФОТО — final-giliarovskogo" descr="Фотография: Финал / Гиляровского, 37к2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69" y="991791"/>
            <a:ext cx="3592612" cy="2289473"/>
          </a:xfrm>
          <a:prstGeom prst="rect">
            <a:avLst/>
          </a:prstGeom>
        </p:spPr>
      </p:pic>
      <p:pic>
        <p:nvPicPr>
          <p:cNvPr id="4" name="ФОТО-ПЛЕЙСХОЛДЕР — final-borby" descr="Место под будущую фотографию: Финал / Площадь Борьбы, 13А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45" y="991791"/>
            <a:ext cx="3592612" cy="2289473"/>
          </a:xfrm>
          <a:prstGeom prst="rect">
            <a:avLst/>
          </a:prstGeom>
        </p:spPr>
      </p:pic>
      <p:pic>
        <p:nvPicPr>
          <p:cNvPr id="5" name="ФОТО — final-myasnickaya" descr="Фотография: Финал / Мясницкая, 13 стр. 2. Заменить: правый клик — «Изменить рисунок»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20" y="991791"/>
            <a:ext cx="3592612" cy="2289473"/>
          </a:xfrm>
          <a:prstGeom prst="rect">
            <a:avLst/>
          </a:prstGeom>
        </p:spPr>
      </p:pic>
      <p:pic>
        <p:nvPicPr>
          <p:cNvPr id="6" name="ФОТО — final-nikoloyamskaya" descr="Фотография: Финал / Николоямская, 51 стр. 2. Заменить: правый клик — «Изменить рисунок»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69" y="3650555"/>
            <a:ext cx="3592612" cy="2289572"/>
          </a:xfrm>
          <a:prstGeom prst="rect">
            <a:avLst/>
          </a:prstGeom>
        </p:spPr>
      </p:pic>
      <p:pic>
        <p:nvPicPr>
          <p:cNvPr id="7" name="ФОТО — final-okruzhnoy" descr="Фотография: Финал / Окружной проезд, 16 и 16 стр. 2. Заменить: правый клик — «Изменить рисунок»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9645" y="3650555"/>
            <a:ext cx="3592612" cy="2289572"/>
          </a:xfrm>
          <a:prstGeom prst="rect">
            <a:avLst/>
          </a:prstGeom>
        </p:spPr>
      </p:pic>
      <p:pic>
        <p:nvPicPr>
          <p:cNvPr id="8" name="ФОТО-ПЛЕЙСХОЛДЕР — final-pochtovaya" descr="Место под будущую фотографию: Финал / Большая Почтовая, 18/20 стр. 15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320" y="3650555"/>
            <a:ext cx="3592612" cy="2289572"/>
          </a:xfrm>
          <a:prstGeom prst="rect">
            <a:avLst/>
          </a:prstGeom>
        </p:spPr>
      </p:pic>
      <p:sp>
        <p:nvSpPr>
          <p:cNvPr id="9" name="ЛИНИЯ"/>
          <p:cNvSpPr/>
          <p:nvPr/>
        </p:nvSpPr>
        <p:spPr>
          <a:xfrm>
            <a:off x="511969" y="565845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РАМКА ПЛИТКИ"/>
          <p:cNvSpPr/>
          <p:nvPr/>
        </p:nvSpPr>
        <p:spPr>
          <a:xfrm>
            <a:off x="511969" y="991791"/>
            <a:ext cx="3592612" cy="2289473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АМКА ПЛИТКИ"/>
          <p:cNvSpPr/>
          <p:nvPr/>
        </p:nvSpPr>
        <p:spPr>
          <a:xfrm>
            <a:off x="4299645" y="991791"/>
            <a:ext cx="3592612" cy="2289473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АМКА ПЛИТКИ"/>
          <p:cNvSpPr/>
          <p:nvPr/>
        </p:nvSpPr>
        <p:spPr>
          <a:xfrm>
            <a:off x="8087320" y="991791"/>
            <a:ext cx="3592612" cy="2289473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АМКА ПЛИТКИ"/>
          <p:cNvSpPr/>
          <p:nvPr/>
        </p:nvSpPr>
        <p:spPr>
          <a:xfrm>
            <a:off x="511969" y="3650555"/>
            <a:ext cx="3592612" cy="2289572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АМКА ПЛИТКИ"/>
          <p:cNvSpPr/>
          <p:nvPr/>
        </p:nvSpPr>
        <p:spPr>
          <a:xfrm>
            <a:off x="4299645" y="3650555"/>
            <a:ext cx="3592612" cy="2289572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АМКА ПЛИТКИ"/>
          <p:cNvSpPr/>
          <p:nvPr/>
        </p:nvSpPr>
        <p:spPr>
          <a:xfrm>
            <a:off x="8087320" y="3650555"/>
            <a:ext cx="3592612" cy="2289572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948" y="518220"/>
            <a:ext cx="743347" cy="152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80" b="0" spc="207">
                <a:solidFill>
                  <a:srgbClr val="7A7168"/>
                </a:solidFill>
                <a:latin typeface="Noto Sans"/>
              </a:rPr>
              <a:t>ПОРТФОЛИО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595" y="438845"/>
            <a:ext cx="3824486" cy="3111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1680" b="0" spc="470">
                <a:solidFill>
                  <a:srgbClr val="F2ECE3"/>
                </a:solidFill>
                <a:latin typeface="Cormorant Garamond Light"/>
              </a:rPr>
              <a:t>РЕСТАВРАЦИЯ ОБЪЕКТОВ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919" y="3378795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0595" y="3378795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8270" y="3378795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919" y="6037659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0595" y="6037659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8270" y="6037659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