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5119985" cy="1069200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Рамка EPLAN (А3, титул)"/>
          <p:cNvGrpSpPr/>
          <p:nvPr/>
        </p:nvGrpSpPr>
        <p:grpSpPr>
          <a:xfrm>
            <a:off x="-252095" y="181610"/>
            <a:ext cx="15192375" cy="10509250"/>
            <a:chOff x="-252095" y="181610"/>
            <a:chExt cx="15192375" cy="10509250"/>
          </a:xfrm>
        </p:grpSpPr>
        <p:cxnSp>
          <p:nvCxnSpPr>
            <p:cNvPr id="16" name="Connector 15"/>
            <p:cNvCxnSpPr/>
            <p:nvPr/>
          </p:nvCxnSpPr>
          <p:spPr>
            <a:xfrm>
              <a:off x="720090" y="18161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720090" y="1051306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72009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1494028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11322050" y="10541000"/>
              <a:ext cx="55626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Копировал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462000" y="10541000"/>
              <a:ext cx="109220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Формат  А3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8829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46863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288290" y="52933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288290" y="65532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288290" y="745363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288290" y="835279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288290" y="96139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288290" y="105130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30" name="TextBox 29"/>
            <p:cNvSpPr txBox="1"/>
            <p:nvPr/>
          </p:nvSpPr>
          <p:spPr>
            <a:xfrm rot="16200000">
              <a:off x="-251460" y="5833110"/>
              <a:ext cx="125984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Подпись и дата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16200000">
              <a:off x="-71755" y="6913245"/>
              <a:ext cx="9004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Инв.№  дубл.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6200000">
              <a:off x="-71120" y="781304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Взамен инв.№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-252095" y="8893175"/>
              <a:ext cx="12611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Подпись и дата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-71120" y="997331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Инв.№  подп.</a:t>
              </a:r>
            </a:p>
          </p:txBody>
        </p:sp>
      </p:grp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63040"/>
            <a:ext cx="2798064" cy="6473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2746857"/>
            <a:ext cx="8997694" cy="3511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55555"/>
                </a:solidFill>
                <a:latin typeface="Calibri"/>
              </a:rPr>
              <a:t>Приложение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185768"/>
            <a:ext cx="9326880" cy="82296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4300" b="1">
                <a:solidFill>
                  <a:srgbClr val="111111"/>
                </a:solidFill>
                <a:latin typeface="Calibri Light"/>
              </a:rPr>
              <a:t>Электрические схемы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73321"/>
            <a:ext cx="8778240" cy="60350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2650" b="0">
                <a:solidFill>
                  <a:srgbClr val="111111"/>
                </a:solidFill>
                <a:latin typeface="Calibri Light"/>
              </a:rPr>
              <a:t>Название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886553"/>
            <a:ext cx="8229600" cy="38404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55555"/>
                </a:solidFill>
                <a:latin typeface="Calibri"/>
              </a:rPr>
              <a:t>Заказчик, площадка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1539849"/>
            <a:ext cx="3730752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406" y="1616659"/>
            <a:ext cx="3401568" cy="24140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Обозначение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406" y="1901952"/>
            <a:ext cx="3401568" cy="46085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2650" b="1">
                <a:solidFill>
                  <a:srgbClr val="111111"/>
                </a:solidFill>
                <a:latin typeface="Calibri"/>
              </a:rPr>
              <a:t>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406" y="2494483"/>
            <a:ext cx="3401568" cy="24140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Листов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406" y="2757830"/>
            <a:ext cx="3401568" cy="3511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406" y="3295497"/>
            <a:ext cx="3401568" cy="38404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Calibri"/>
              </a:rPr>
              <a:t>Формат листов  А3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7026249"/>
            <a:ext cx="8778240" cy="98755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Обозначения листов как в комплекте EPLAN:
=GI структуры, =MP+U1 шкаф управления, =MP+U3 коммутационный шкаф.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8178393"/>
            <a:ext cx="8778240" cy="32918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Calibri"/>
              </a:rPr>
              <a:t>Данные конкретного проекта в шаблон не вносить.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Рамка EPLAN (А3, первый лист)"/>
          <p:cNvGrpSpPr/>
          <p:nvPr/>
        </p:nvGrpSpPr>
        <p:grpSpPr>
          <a:xfrm>
            <a:off x="-252095" y="181610"/>
            <a:ext cx="15192375" cy="10509250"/>
            <a:chOff x="-252095" y="181610"/>
            <a:chExt cx="15192375" cy="10509250"/>
          </a:xfrm>
        </p:grpSpPr>
        <p:cxnSp>
          <p:nvCxnSpPr>
            <p:cNvPr id="6" name="Connector 5"/>
            <p:cNvCxnSpPr/>
            <p:nvPr/>
          </p:nvCxnSpPr>
          <p:spPr>
            <a:xfrm>
              <a:off x="720090" y="18161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720090" y="1051306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72009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1494028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10" name="TextBox 9"/>
            <p:cNvSpPr txBox="1"/>
            <p:nvPr/>
          </p:nvSpPr>
          <p:spPr>
            <a:xfrm>
              <a:off x="11322050" y="10541000"/>
              <a:ext cx="55626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Копировал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62000" y="10541000"/>
              <a:ext cx="109220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Формат  А3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8829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46863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288290" y="52933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288290" y="65532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288290" y="745363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288290" y="835279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288290" y="96139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288290" y="105130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 rot="16200000">
              <a:off x="-251460" y="5833110"/>
              <a:ext cx="125984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Подпись и дата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 rot="16200000">
              <a:off x="-71755" y="6913245"/>
              <a:ext cx="9004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Инв.№  дубл.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6200000">
              <a:off x="-71120" y="781304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Взамен инв.№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16200000">
              <a:off x="-252095" y="8893175"/>
              <a:ext cx="12611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Подпись и дата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 rot="16200000">
              <a:off x="-71120" y="997331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Инв.№  подп.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280400" y="853313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828040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1494028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8280400" y="871347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8280400" y="907288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8280400" y="925322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8280400" y="961390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8280400" y="979297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8280400" y="997331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8280400" y="1015365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8280400" y="1033399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8280400" y="889381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8280400" y="943356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8" name="Connector 37"/>
            <p:cNvCxnSpPr/>
            <p:nvPr/>
          </p:nvCxnSpPr>
          <p:spPr>
            <a:xfrm>
              <a:off x="8531860" y="8533130"/>
              <a:ext cx="0" cy="900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9359900" y="8533130"/>
              <a:ext cx="0" cy="900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0" name="Connector 39"/>
            <p:cNvCxnSpPr/>
            <p:nvPr/>
          </p:nvCxnSpPr>
          <p:spPr>
            <a:xfrm>
              <a:off x="900049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1" name="Connector 40"/>
            <p:cNvCxnSpPr/>
            <p:nvPr/>
          </p:nvCxnSpPr>
          <p:spPr>
            <a:xfrm>
              <a:off x="972058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2" name="Connector 41"/>
            <p:cNvCxnSpPr/>
            <p:nvPr/>
          </p:nvCxnSpPr>
          <p:spPr>
            <a:xfrm>
              <a:off x="1026033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3" name="Connector 42"/>
            <p:cNvCxnSpPr/>
            <p:nvPr/>
          </p:nvCxnSpPr>
          <p:spPr>
            <a:xfrm>
              <a:off x="10619740" y="8533130"/>
              <a:ext cx="0" cy="19799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4" name="Connector 43"/>
            <p:cNvCxnSpPr/>
            <p:nvPr/>
          </p:nvCxnSpPr>
          <p:spPr>
            <a:xfrm>
              <a:off x="13140690" y="9433560"/>
              <a:ext cx="0" cy="10795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5" name="Connector 44"/>
            <p:cNvCxnSpPr/>
            <p:nvPr/>
          </p:nvCxnSpPr>
          <p:spPr>
            <a:xfrm>
              <a:off x="13140690" y="9613900"/>
              <a:ext cx="17995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6" name="Connector 45"/>
            <p:cNvCxnSpPr/>
            <p:nvPr/>
          </p:nvCxnSpPr>
          <p:spPr>
            <a:xfrm>
              <a:off x="13140690" y="9973310"/>
              <a:ext cx="17995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7" name="Connector 46"/>
            <p:cNvCxnSpPr/>
            <p:nvPr/>
          </p:nvCxnSpPr>
          <p:spPr>
            <a:xfrm>
              <a:off x="13680440" y="943356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8" name="Connector 47"/>
            <p:cNvCxnSpPr/>
            <p:nvPr/>
          </p:nvCxnSpPr>
          <p:spPr>
            <a:xfrm>
              <a:off x="14291310" y="943356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49" name="TextBox 48"/>
            <p:cNvSpPr txBox="1"/>
            <p:nvPr/>
          </p:nvSpPr>
          <p:spPr>
            <a:xfrm>
              <a:off x="8280400" y="9253220"/>
              <a:ext cx="2514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Изм.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531860" y="9253220"/>
              <a:ext cx="4686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Кол.уч.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00490" y="9253220"/>
              <a:ext cx="3594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359900" y="9253220"/>
              <a:ext cx="36068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№док.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720580" y="9253220"/>
              <a:ext cx="53975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260330" y="9253220"/>
              <a:ext cx="3594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Дата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280400" y="9433560"/>
              <a:ext cx="720090" cy="180340"/>
            </a:xfrm>
            <a:prstGeom prst="rect">
              <a:avLst/>
            </a:prstGeom>
            <a:noFill/>
          </p:spPr>
          <p:txBody>
            <a:bodyPr wrap="none" lIns="35560" rIns="35560" tIns="0" bIns="0" anchor="ctr"/>
            <a:lstStyle/>
            <a:p>
              <a:pPr algn="l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Разработал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80400" y="9613900"/>
              <a:ext cx="720090" cy="179070"/>
            </a:xfrm>
            <a:prstGeom prst="rect">
              <a:avLst/>
            </a:prstGeom>
            <a:noFill/>
          </p:spPr>
          <p:txBody>
            <a:bodyPr wrap="none" lIns="35560" rIns="35560" tIns="0" bIns="0" anchor="ctr"/>
            <a:lstStyle/>
            <a:p>
              <a:pPr algn="l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Проверил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280400" y="10153650"/>
              <a:ext cx="720090" cy="180340"/>
            </a:xfrm>
            <a:prstGeom prst="rect">
              <a:avLst/>
            </a:prstGeom>
            <a:noFill/>
          </p:spPr>
          <p:txBody>
            <a:bodyPr wrap="none" lIns="35560" rIns="35560" tIns="0" bIns="0" anchor="ctr"/>
            <a:lstStyle/>
            <a:p>
              <a:pPr algn="l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Н.контроль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280400" y="10333990"/>
              <a:ext cx="720090" cy="179070"/>
            </a:xfrm>
            <a:prstGeom prst="rect">
              <a:avLst/>
            </a:prstGeom>
            <a:noFill/>
          </p:spPr>
          <p:txBody>
            <a:bodyPr wrap="none" lIns="35560" rIns="35560" tIns="0" bIns="0" anchor="ctr"/>
            <a:lstStyle/>
            <a:p>
              <a:pPr algn="l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Утвердил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3140690" y="9433560"/>
              <a:ext cx="53975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Стадия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680440" y="9433560"/>
              <a:ext cx="61087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4291310" y="9433560"/>
              <a:ext cx="64897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Листов</a:t>
              </a:r>
            </a:p>
          </p:txBody>
        </p:sp>
        <p:sp>
          <p:nvSpPr>
            <p:cNvPr id="62" name="Поле Стадия"/>
            <p:cNvSpPr txBox="1"/>
            <p:nvPr/>
          </p:nvSpPr>
          <p:spPr>
            <a:xfrm>
              <a:off x="13140690" y="9613900"/>
              <a:ext cx="539750" cy="35941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Р</a:t>
              </a:r>
            </a:p>
          </p:txBody>
        </p:sp>
        <p:sp>
          <p:nvSpPr>
            <p:cNvPr id="63" name="Поле Лист"/>
            <p:cNvSpPr txBox="1"/>
            <p:nvPr/>
          </p:nvSpPr>
          <p:spPr>
            <a:xfrm>
              <a:off x="13680440" y="9613900"/>
              <a:ext cx="610870" cy="35941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—</a:t>
              </a:r>
            </a:p>
          </p:txBody>
        </p:sp>
        <p:sp>
          <p:nvSpPr>
            <p:cNvPr id="64" name="Поле Листов"/>
            <p:cNvSpPr txBox="1"/>
            <p:nvPr/>
          </p:nvSpPr>
          <p:spPr>
            <a:xfrm>
              <a:off x="14291310" y="9613900"/>
              <a:ext cx="648970" cy="35941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—</a:t>
              </a:r>
            </a:p>
          </p:txBody>
        </p:sp>
        <p:sp>
          <p:nvSpPr>
            <p:cNvPr id="65" name="Обозначение"/>
            <p:cNvSpPr txBox="1"/>
            <p:nvPr/>
          </p:nvSpPr>
          <p:spPr>
            <a:xfrm>
              <a:off x="10619740" y="8533130"/>
              <a:ext cx="4320540" cy="3606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1232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00000</a:t>
              </a:r>
            </a:p>
          </p:txBody>
        </p:sp>
        <p:sp>
          <p:nvSpPr>
            <p:cNvPr id="66" name="Наименование изделия"/>
            <p:cNvSpPr txBox="1"/>
            <p:nvPr/>
          </p:nvSpPr>
          <p:spPr>
            <a:xfrm>
              <a:off x="10619740" y="8893810"/>
              <a:ext cx="4320540" cy="53975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1232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/>
              </a:r>
            </a:p>
          </p:txBody>
        </p:sp>
        <p:sp>
          <p:nvSpPr>
            <p:cNvPr id="67" name="Наименование документа"/>
            <p:cNvSpPr txBox="1"/>
            <p:nvPr/>
          </p:nvSpPr>
          <p:spPr>
            <a:xfrm>
              <a:off x="10619740" y="9973310"/>
              <a:ext cx="2520950" cy="53975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Ведомость основных комплектов</a:t>
              </a:r>
            </a:p>
          </p:txBody>
        </p:sp>
        <p:pic>
          <p:nvPicPr>
            <p:cNvPr id="68" name="Логотип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2150" y="10008870"/>
              <a:ext cx="1259840" cy="29337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3716000" y="10299700"/>
              <a:ext cx="1181100" cy="76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475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IntelMet Technologies Ltd.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3716000" y="10392410"/>
              <a:ext cx="1181100" cy="76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475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199178, Санкт-Петербург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60120" y="411480"/>
            <a:ext cx="9326880" cy="46085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2650" b="1">
                <a:solidFill>
                  <a:srgbClr val="111111"/>
                </a:solidFill>
                <a:latin typeface="Calibri Light"/>
              </a:rPr>
              <a:t>Ведомость основных комплектов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57816" y="499262"/>
            <a:ext cx="4718304" cy="32918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r"/>
            <a:r>
              <a:rPr sz="1550" b="0">
                <a:solidFill>
                  <a:srgbClr val="555555"/>
                </a:solidFill>
                <a:latin typeface="Calibri"/>
              </a:rPr>
              <a:t>Обозначение  00000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102766"/>
          <a:ext cx="13716000" cy="674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  <a:gridCol w="2743200"/>
              </a:tblGrid>
              <a:tr h="56235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Обозначение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Наименование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Примечание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Титульный лист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&amp;CONT/1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Ведомость основных чертежей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=GI/1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Перечень структурных идентификаторов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=GI/2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Структурная схема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=GI/3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Схема Ethernet / PROFINET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=GI/5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Схема комплекса технических средств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=MP+U1/1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Шкаф управления. Обзор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=MP+U1/3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Шкаф управления. Основное питание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=MP+U3/1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Коммутационный шкаф. Обзор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Рамка EPLAN (А3, лист)"/>
          <p:cNvGrpSpPr/>
          <p:nvPr/>
        </p:nvGrpSpPr>
        <p:grpSpPr>
          <a:xfrm>
            <a:off x="-701675" y="6286"/>
            <a:ext cx="15815373" cy="10684574"/>
            <a:chOff x="-701675" y="6286"/>
            <a:chExt cx="15815373" cy="10684574"/>
          </a:xfrm>
        </p:grpSpPr>
        <p:cxnSp>
          <p:nvCxnSpPr>
            <p:cNvPr id="32" name="Connector 31"/>
            <p:cNvCxnSpPr/>
            <p:nvPr/>
          </p:nvCxnSpPr>
          <p:spPr>
            <a:xfrm>
              <a:off x="6286" y="628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6286" y="1068571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6286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15113698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2142109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3564128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8" name="Connector 37"/>
            <p:cNvCxnSpPr/>
            <p:nvPr/>
          </p:nvCxnSpPr>
          <p:spPr>
            <a:xfrm>
              <a:off x="4986147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408166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0" name="Connector 39"/>
            <p:cNvCxnSpPr/>
            <p:nvPr/>
          </p:nvCxnSpPr>
          <p:spPr>
            <a:xfrm>
              <a:off x="7830185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1" name="Connector 40"/>
            <p:cNvCxnSpPr/>
            <p:nvPr/>
          </p:nvCxnSpPr>
          <p:spPr>
            <a:xfrm>
              <a:off x="9252204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2" name="Connector 41"/>
            <p:cNvCxnSpPr/>
            <p:nvPr/>
          </p:nvCxnSpPr>
          <p:spPr>
            <a:xfrm>
              <a:off x="10674223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3" name="Connector 42"/>
            <p:cNvCxnSpPr/>
            <p:nvPr/>
          </p:nvCxnSpPr>
          <p:spPr>
            <a:xfrm>
              <a:off x="12096242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4" name="Connector 43"/>
            <p:cNvCxnSpPr/>
            <p:nvPr/>
          </p:nvCxnSpPr>
          <p:spPr>
            <a:xfrm>
              <a:off x="13518261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45" name="TextBox 44"/>
            <p:cNvSpPr txBox="1"/>
            <p:nvPr/>
          </p:nvSpPr>
          <p:spPr>
            <a:xfrm>
              <a:off x="720090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142109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564128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86147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3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8166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4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830185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252204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674223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2096242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8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3518261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9</a:t>
              </a:r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720090" y="18161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6" name="Connector 55"/>
            <p:cNvCxnSpPr/>
            <p:nvPr/>
          </p:nvCxnSpPr>
          <p:spPr>
            <a:xfrm>
              <a:off x="720090" y="1051306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7" name="Connector 56"/>
            <p:cNvCxnSpPr/>
            <p:nvPr/>
          </p:nvCxnSpPr>
          <p:spPr>
            <a:xfrm>
              <a:off x="72009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8" name="Connector 57"/>
            <p:cNvCxnSpPr/>
            <p:nvPr/>
          </p:nvCxnSpPr>
          <p:spPr>
            <a:xfrm>
              <a:off x="1494028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59" name="TextBox 58"/>
            <p:cNvSpPr txBox="1"/>
            <p:nvPr/>
          </p:nvSpPr>
          <p:spPr>
            <a:xfrm>
              <a:off x="11322050" y="10541000"/>
              <a:ext cx="55626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Копировал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462000" y="10541000"/>
              <a:ext cx="109220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Формат  А3</a:t>
              </a:r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28829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62" name="Connector 61"/>
            <p:cNvCxnSpPr/>
            <p:nvPr/>
          </p:nvCxnSpPr>
          <p:spPr>
            <a:xfrm>
              <a:off x="46863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63" name="Connector 62"/>
            <p:cNvCxnSpPr/>
            <p:nvPr/>
          </p:nvCxnSpPr>
          <p:spPr>
            <a:xfrm>
              <a:off x="288290" y="18161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64" name="Connector 63"/>
            <p:cNvCxnSpPr/>
            <p:nvPr/>
          </p:nvCxnSpPr>
          <p:spPr>
            <a:xfrm>
              <a:off x="288290" y="2341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65" name="Connector 64"/>
            <p:cNvCxnSpPr/>
            <p:nvPr/>
          </p:nvCxnSpPr>
          <p:spPr>
            <a:xfrm>
              <a:off x="288290" y="4500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sp>
          <p:nvSpPr>
            <p:cNvPr id="66" name="TextBox 65"/>
            <p:cNvSpPr txBox="1"/>
            <p:nvPr/>
          </p:nvSpPr>
          <p:spPr>
            <a:xfrm rot="16200000">
              <a:off x="-701675" y="1171575"/>
              <a:ext cx="216027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Перв. примен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 rot="16200000">
              <a:off x="-701040" y="3331210"/>
              <a:ext cx="215900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Справ. №</a:t>
              </a:r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28829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69" name="Connector 68"/>
            <p:cNvCxnSpPr/>
            <p:nvPr/>
          </p:nvCxnSpPr>
          <p:spPr>
            <a:xfrm>
              <a:off x="46863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0" name="Connector 69"/>
            <p:cNvCxnSpPr/>
            <p:nvPr/>
          </p:nvCxnSpPr>
          <p:spPr>
            <a:xfrm>
              <a:off x="288290" y="52933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1" name="Connector 70"/>
            <p:cNvCxnSpPr/>
            <p:nvPr/>
          </p:nvCxnSpPr>
          <p:spPr>
            <a:xfrm>
              <a:off x="288290" y="65532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2" name="Connector 71"/>
            <p:cNvCxnSpPr/>
            <p:nvPr/>
          </p:nvCxnSpPr>
          <p:spPr>
            <a:xfrm>
              <a:off x="288290" y="745363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3" name="Connector 72"/>
            <p:cNvCxnSpPr/>
            <p:nvPr/>
          </p:nvCxnSpPr>
          <p:spPr>
            <a:xfrm>
              <a:off x="288290" y="835279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4" name="Connector 73"/>
            <p:cNvCxnSpPr/>
            <p:nvPr/>
          </p:nvCxnSpPr>
          <p:spPr>
            <a:xfrm>
              <a:off x="288290" y="96139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5" name="Connector 74"/>
            <p:cNvCxnSpPr/>
            <p:nvPr/>
          </p:nvCxnSpPr>
          <p:spPr>
            <a:xfrm>
              <a:off x="288290" y="105130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76" name="TextBox 75"/>
            <p:cNvSpPr txBox="1"/>
            <p:nvPr/>
          </p:nvSpPr>
          <p:spPr>
            <a:xfrm rot="16200000">
              <a:off x="-251460" y="5833110"/>
              <a:ext cx="125984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 rot="16200000">
              <a:off x="-71755" y="6913245"/>
              <a:ext cx="9004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дубл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 rot="16200000">
              <a:off x="-71120" y="781304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Взам. инв. №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 rot="16200000">
              <a:off x="-252095" y="8893175"/>
              <a:ext cx="12611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 rot="16200000">
              <a:off x="-71120" y="997331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подл</a:t>
              </a:r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8280400" y="997331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2" name="Connector 81"/>
            <p:cNvCxnSpPr/>
            <p:nvPr/>
          </p:nvCxnSpPr>
          <p:spPr>
            <a:xfrm>
              <a:off x="82804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3" name="Connector 82"/>
            <p:cNvCxnSpPr/>
            <p:nvPr/>
          </p:nvCxnSpPr>
          <p:spPr>
            <a:xfrm>
              <a:off x="8280400" y="1015365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4" name="Connector 83"/>
            <p:cNvCxnSpPr/>
            <p:nvPr/>
          </p:nvCxnSpPr>
          <p:spPr>
            <a:xfrm>
              <a:off x="8280400" y="1033399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5" name="Connector 84"/>
            <p:cNvCxnSpPr/>
            <p:nvPr/>
          </p:nvCxnSpPr>
          <p:spPr>
            <a:xfrm>
              <a:off x="853186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6" name="Connector 85"/>
            <p:cNvCxnSpPr/>
            <p:nvPr/>
          </p:nvCxnSpPr>
          <p:spPr>
            <a:xfrm>
              <a:off x="88925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7" name="Connector 86"/>
            <p:cNvCxnSpPr/>
            <p:nvPr/>
          </p:nvCxnSpPr>
          <p:spPr>
            <a:xfrm>
              <a:off x="972058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8" name="Connector 87"/>
            <p:cNvCxnSpPr/>
            <p:nvPr/>
          </p:nvCxnSpPr>
          <p:spPr>
            <a:xfrm>
              <a:off x="1026033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9" name="Connector 88"/>
            <p:cNvCxnSpPr/>
            <p:nvPr/>
          </p:nvCxnSpPr>
          <p:spPr>
            <a:xfrm>
              <a:off x="106197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0" name="Connector 89"/>
            <p:cNvCxnSpPr/>
            <p:nvPr/>
          </p:nvCxnSpPr>
          <p:spPr>
            <a:xfrm>
              <a:off x="145796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1" name="Connector 90"/>
            <p:cNvCxnSpPr/>
            <p:nvPr/>
          </p:nvCxnSpPr>
          <p:spPr>
            <a:xfrm>
              <a:off x="14579600" y="10224770"/>
              <a:ext cx="3606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92" name="TextBox 91"/>
            <p:cNvSpPr txBox="1"/>
            <p:nvPr/>
          </p:nvSpPr>
          <p:spPr>
            <a:xfrm>
              <a:off x="8280400" y="10333990"/>
              <a:ext cx="25146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Ред.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531860" y="10333990"/>
              <a:ext cx="36068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Листов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892540" y="10333990"/>
              <a:ext cx="82804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№ докум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720580" y="10333990"/>
              <a:ext cx="53975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260330" y="10333990"/>
              <a:ext cx="35941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Дата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4579600" y="9973310"/>
              <a:ext cx="360680" cy="2514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</a:t>
              </a:r>
            </a:p>
          </p:txBody>
        </p:sp>
        <p:sp>
          <p:nvSpPr>
            <p:cNvPr id="98" name="Номер листа"/>
            <p:cNvSpPr txBox="1"/>
            <p:nvPr/>
          </p:nvSpPr>
          <p:spPr>
            <a:xfrm>
              <a:off x="14579600" y="10224770"/>
              <a:ext cx="360680" cy="28829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1</a:t>
              </a:r>
            </a:p>
          </p:txBody>
        </p:sp>
        <p:sp>
          <p:nvSpPr>
            <p:cNvPr id="99" name="Обозначение"/>
            <p:cNvSpPr txBox="1"/>
            <p:nvPr/>
          </p:nvSpPr>
          <p:spPr>
            <a:xfrm>
              <a:off x="10619740" y="9973310"/>
              <a:ext cx="3959860" cy="53975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160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00000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212494" y="3176625"/>
            <a:ext cx="7680960" cy="49377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55555"/>
                </a:solidFill>
                <a:latin typeface="Calibri"/>
              </a:rPr>
              <a:t>Поле схемы. Этот слайд копировать.</a:t>
            </a:r>
          </a:p>
        </p:txBody>
      </p:sp>
      <p:sp>
        <p:nvSpPr>
          <p:cNvPr id="31" name="Наименование листа"/>
          <p:cNvSpPr txBox="1"/>
          <p:nvPr/>
        </p:nvSpPr>
        <p:spPr>
          <a:xfrm>
            <a:off x="1117600" y="2286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u="sng">
                <a:solidFill>
                  <a:srgbClr val="000000"/>
                </a:solidFill>
                <a:latin typeface="Tahoma"/>
              </a:rPr>
              <a:t>Наименование листа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Рамка EPLAN (А3, лист)"/>
          <p:cNvGrpSpPr/>
          <p:nvPr/>
        </p:nvGrpSpPr>
        <p:grpSpPr>
          <a:xfrm>
            <a:off x="-701675" y="6286"/>
            <a:ext cx="15815373" cy="10684574"/>
            <a:chOff x="-701675" y="6286"/>
            <a:chExt cx="15815373" cy="10684574"/>
          </a:xfrm>
        </p:grpSpPr>
        <p:cxnSp>
          <p:nvCxnSpPr>
            <p:cNvPr id="66" name="Connector 65"/>
            <p:cNvCxnSpPr/>
            <p:nvPr/>
          </p:nvCxnSpPr>
          <p:spPr>
            <a:xfrm>
              <a:off x="6286" y="628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6286" y="1068571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68" name="Connector 67"/>
            <p:cNvCxnSpPr/>
            <p:nvPr/>
          </p:nvCxnSpPr>
          <p:spPr>
            <a:xfrm>
              <a:off x="6286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69" name="Connector 68"/>
            <p:cNvCxnSpPr/>
            <p:nvPr/>
          </p:nvCxnSpPr>
          <p:spPr>
            <a:xfrm>
              <a:off x="15113698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0" name="Connector 69"/>
            <p:cNvCxnSpPr/>
            <p:nvPr/>
          </p:nvCxnSpPr>
          <p:spPr>
            <a:xfrm>
              <a:off x="2142109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1" name="Connector 70"/>
            <p:cNvCxnSpPr/>
            <p:nvPr/>
          </p:nvCxnSpPr>
          <p:spPr>
            <a:xfrm>
              <a:off x="3564128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2" name="Connector 71"/>
            <p:cNvCxnSpPr/>
            <p:nvPr/>
          </p:nvCxnSpPr>
          <p:spPr>
            <a:xfrm>
              <a:off x="4986147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3" name="Connector 72"/>
            <p:cNvCxnSpPr/>
            <p:nvPr/>
          </p:nvCxnSpPr>
          <p:spPr>
            <a:xfrm>
              <a:off x="6408166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4" name="Connector 73"/>
            <p:cNvCxnSpPr/>
            <p:nvPr/>
          </p:nvCxnSpPr>
          <p:spPr>
            <a:xfrm>
              <a:off x="7830185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5" name="Connector 74"/>
            <p:cNvCxnSpPr/>
            <p:nvPr/>
          </p:nvCxnSpPr>
          <p:spPr>
            <a:xfrm>
              <a:off x="9252204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6" name="Connector 75"/>
            <p:cNvCxnSpPr/>
            <p:nvPr/>
          </p:nvCxnSpPr>
          <p:spPr>
            <a:xfrm>
              <a:off x="10674223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7" name="Connector 76"/>
            <p:cNvCxnSpPr/>
            <p:nvPr/>
          </p:nvCxnSpPr>
          <p:spPr>
            <a:xfrm>
              <a:off x="12096242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8" name="Connector 77"/>
            <p:cNvCxnSpPr/>
            <p:nvPr/>
          </p:nvCxnSpPr>
          <p:spPr>
            <a:xfrm>
              <a:off x="13518261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79" name="TextBox 78"/>
            <p:cNvSpPr txBox="1"/>
            <p:nvPr/>
          </p:nvSpPr>
          <p:spPr>
            <a:xfrm>
              <a:off x="720090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142109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564128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986147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3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408166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4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830185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5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252204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674223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7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096242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8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3518261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9</a:t>
              </a:r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720090" y="18161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0" name="Connector 89"/>
            <p:cNvCxnSpPr/>
            <p:nvPr/>
          </p:nvCxnSpPr>
          <p:spPr>
            <a:xfrm>
              <a:off x="720090" y="1051306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1" name="Connector 90"/>
            <p:cNvCxnSpPr/>
            <p:nvPr/>
          </p:nvCxnSpPr>
          <p:spPr>
            <a:xfrm>
              <a:off x="72009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2" name="Connector 91"/>
            <p:cNvCxnSpPr/>
            <p:nvPr/>
          </p:nvCxnSpPr>
          <p:spPr>
            <a:xfrm>
              <a:off x="1494028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93" name="TextBox 92"/>
            <p:cNvSpPr txBox="1"/>
            <p:nvPr/>
          </p:nvSpPr>
          <p:spPr>
            <a:xfrm>
              <a:off x="11322050" y="10541000"/>
              <a:ext cx="55626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Копировал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3462000" y="10541000"/>
              <a:ext cx="109220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Формат  А3</a:t>
              </a:r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28829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96" name="Connector 95"/>
            <p:cNvCxnSpPr/>
            <p:nvPr/>
          </p:nvCxnSpPr>
          <p:spPr>
            <a:xfrm>
              <a:off x="46863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97" name="Connector 96"/>
            <p:cNvCxnSpPr/>
            <p:nvPr/>
          </p:nvCxnSpPr>
          <p:spPr>
            <a:xfrm>
              <a:off x="288290" y="18161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98" name="Connector 97"/>
            <p:cNvCxnSpPr/>
            <p:nvPr/>
          </p:nvCxnSpPr>
          <p:spPr>
            <a:xfrm>
              <a:off x="288290" y="2341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99" name="Connector 98"/>
            <p:cNvCxnSpPr/>
            <p:nvPr/>
          </p:nvCxnSpPr>
          <p:spPr>
            <a:xfrm>
              <a:off x="288290" y="4500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sp>
          <p:nvSpPr>
            <p:cNvPr id="100" name="TextBox 99"/>
            <p:cNvSpPr txBox="1"/>
            <p:nvPr/>
          </p:nvSpPr>
          <p:spPr>
            <a:xfrm rot="16200000">
              <a:off x="-701675" y="1171575"/>
              <a:ext cx="216027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Перв. примен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 rot="16200000">
              <a:off x="-701040" y="3331210"/>
              <a:ext cx="215900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Справ. №</a:t>
              </a:r>
            </a:p>
          </p:txBody>
        </p:sp>
        <p:cxnSp>
          <p:nvCxnSpPr>
            <p:cNvPr id="102" name="Connector 101"/>
            <p:cNvCxnSpPr/>
            <p:nvPr/>
          </p:nvCxnSpPr>
          <p:spPr>
            <a:xfrm>
              <a:off x="28829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3" name="Connector 102"/>
            <p:cNvCxnSpPr/>
            <p:nvPr/>
          </p:nvCxnSpPr>
          <p:spPr>
            <a:xfrm>
              <a:off x="46863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4" name="Connector 103"/>
            <p:cNvCxnSpPr/>
            <p:nvPr/>
          </p:nvCxnSpPr>
          <p:spPr>
            <a:xfrm>
              <a:off x="288290" y="52933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5" name="Connector 104"/>
            <p:cNvCxnSpPr/>
            <p:nvPr/>
          </p:nvCxnSpPr>
          <p:spPr>
            <a:xfrm>
              <a:off x="288290" y="65532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6" name="Connector 105"/>
            <p:cNvCxnSpPr/>
            <p:nvPr/>
          </p:nvCxnSpPr>
          <p:spPr>
            <a:xfrm>
              <a:off x="288290" y="745363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7" name="Connector 106"/>
            <p:cNvCxnSpPr/>
            <p:nvPr/>
          </p:nvCxnSpPr>
          <p:spPr>
            <a:xfrm>
              <a:off x="288290" y="835279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8" name="Connector 107"/>
            <p:cNvCxnSpPr/>
            <p:nvPr/>
          </p:nvCxnSpPr>
          <p:spPr>
            <a:xfrm>
              <a:off x="288290" y="96139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9" name="Connector 108"/>
            <p:cNvCxnSpPr/>
            <p:nvPr/>
          </p:nvCxnSpPr>
          <p:spPr>
            <a:xfrm>
              <a:off x="288290" y="105130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110" name="TextBox 109"/>
            <p:cNvSpPr txBox="1"/>
            <p:nvPr/>
          </p:nvSpPr>
          <p:spPr>
            <a:xfrm rot="16200000">
              <a:off x="-251460" y="5833110"/>
              <a:ext cx="125984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 rot="16200000">
              <a:off x="-71755" y="6913245"/>
              <a:ext cx="9004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дубл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 rot="16200000">
              <a:off x="-71120" y="781304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Взам. инв. №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 rot="16200000">
              <a:off x="-252095" y="8893175"/>
              <a:ext cx="12611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 rot="16200000">
              <a:off x="-71120" y="997331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подл</a:t>
              </a:r>
            </a:p>
          </p:txBody>
        </p:sp>
        <p:cxnSp>
          <p:nvCxnSpPr>
            <p:cNvPr id="115" name="Connector 114"/>
            <p:cNvCxnSpPr/>
            <p:nvPr/>
          </p:nvCxnSpPr>
          <p:spPr>
            <a:xfrm>
              <a:off x="8280400" y="997331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16" name="Connector 115"/>
            <p:cNvCxnSpPr/>
            <p:nvPr/>
          </p:nvCxnSpPr>
          <p:spPr>
            <a:xfrm>
              <a:off x="82804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17" name="Connector 116"/>
            <p:cNvCxnSpPr/>
            <p:nvPr/>
          </p:nvCxnSpPr>
          <p:spPr>
            <a:xfrm>
              <a:off x="8280400" y="1015365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18" name="Connector 117"/>
            <p:cNvCxnSpPr/>
            <p:nvPr/>
          </p:nvCxnSpPr>
          <p:spPr>
            <a:xfrm>
              <a:off x="8280400" y="1033399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19" name="Connector 118"/>
            <p:cNvCxnSpPr/>
            <p:nvPr/>
          </p:nvCxnSpPr>
          <p:spPr>
            <a:xfrm>
              <a:off x="853186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0" name="Connector 119"/>
            <p:cNvCxnSpPr/>
            <p:nvPr/>
          </p:nvCxnSpPr>
          <p:spPr>
            <a:xfrm>
              <a:off x="88925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1" name="Connector 120"/>
            <p:cNvCxnSpPr/>
            <p:nvPr/>
          </p:nvCxnSpPr>
          <p:spPr>
            <a:xfrm>
              <a:off x="972058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2" name="Connector 121"/>
            <p:cNvCxnSpPr/>
            <p:nvPr/>
          </p:nvCxnSpPr>
          <p:spPr>
            <a:xfrm>
              <a:off x="1026033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3" name="Connector 122"/>
            <p:cNvCxnSpPr/>
            <p:nvPr/>
          </p:nvCxnSpPr>
          <p:spPr>
            <a:xfrm>
              <a:off x="106197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4" name="Connector 123"/>
            <p:cNvCxnSpPr/>
            <p:nvPr/>
          </p:nvCxnSpPr>
          <p:spPr>
            <a:xfrm>
              <a:off x="145796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25" name="Connector 124"/>
            <p:cNvCxnSpPr/>
            <p:nvPr/>
          </p:nvCxnSpPr>
          <p:spPr>
            <a:xfrm>
              <a:off x="14579600" y="10224770"/>
              <a:ext cx="3606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126" name="TextBox 125"/>
            <p:cNvSpPr txBox="1"/>
            <p:nvPr/>
          </p:nvSpPr>
          <p:spPr>
            <a:xfrm>
              <a:off x="8280400" y="10333990"/>
              <a:ext cx="25146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Ред.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531860" y="10333990"/>
              <a:ext cx="36068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Листов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892540" y="10333990"/>
              <a:ext cx="82804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№ докум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9720580" y="10333990"/>
              <a:ext cx="53975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0260330" y="10333990"/>
              <a:ext cx="35941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Дата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4579600" y="9973310"/>
              <a:ext cx="360680" cy="2514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</a:t>
              </a:r>
            </a:p>
          </p:txBody>
        </p:sp>
        <p:sp>
          <p:nvSpPr>
            <p:cNvPr id="132" name="Номер листа"/>
            <p:cNvSpPr txBox="1"/>
            <p:nvPr/>
          </p:nvSpPr>
          <p:spPr>
            <a:xfrm>
              <a:off x="14579600" y="10224770"/>
              <a:ext cx="360680" cy="28829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sp>
          <p:nvSpPr>
            <p:cNvPr id="133" name="Обозначение"/>
            <p:cNvSpPr txBox="1"/>
            <p:nvPr/>
          </p:nvSpPr>
          <p:spPr>
            <a:xfrm>
              <a:off x="10619740" y="9973310"/>
              <a:ext cx="3959860" cy="53975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160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00000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135684" y="795528"/>
            <a:ext cx="7132320" cy="3511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111111"/>
                </a:solidFill>
                <a:latin typeface="Calibri"/>
              </a:rPr>
              <a:t>Блоки и линии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5684" y="13661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9576" y="14100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-U1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9576" y="2112262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Шкаф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3006" y="13661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6897" y="14100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-PLC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6897" y="2112262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ПЛК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0328" y="13661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4219" y="14100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-SW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4219" y="2112262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Коммутатор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7649" y="13661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41540" y="14100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-IPC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1540" y="2112262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IPC / HMI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35684" y="27377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9576" y="27816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-QF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9576" y="3483864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Автомат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23006" y="27377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6897" y="27816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-X0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6897" y="3483864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Клеммник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10328" y="27377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54219" y="27816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4219" y="3483864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Профилометр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97649" y="2737713"/>
            <a:ext cx="1700784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41540" y="2781604"/>
            <a:ext cx="1613001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-CV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1540" y="3483864"/>
            <a:ext cx="1613001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Камера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5684" y="4164177"/>
            <a:ext cx="4937760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Calibri"/>
              </a:rPr>
              <a:t>Линии как на схемах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35684" y="4712817"/>
            <a:ext cx="1481328" cy="0"/>
          </a:xfrm>
          <a:prstGeom prst="line">
            <a:avLst/>
          </a:prstGeom>
          <a:ln w="15875">
            <a:solidFill>
              <a:srgbClr val="0000FF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1135684" y="4855464"/>
            <a:ext cx="2249422" cy="4389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электрическая связь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71646" y="4712817"/>
            <a:ext cx="1481328" cy="0"/>
          </a:xfrm>
          <a:prstGeom prst="line">
            <a:avLst/>
          </a:prstGeom>
          <a:ln w="15875">
            <a:solidFill>
              <a:srgbClr val="0000FF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3571646" y="4855464"/>
            <a:ext cx="2249422" cy="4389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Ethernet 1 Гбит/с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150254" y="4712817"/>
            <a:ext cx="1481328" cy="0"/>
          </a:xfrm>
          <a:prstGeom prst="line">
            <a:avLst/>
          </a:prstGeom>
          <a:ln w="15875">
            <a:solidFill>
              <a:srgbClr val="0000FF"/>
            </a:solidFill>
            <a:prstDash val="dash"/>
          </a:ln>
        </p:spPr>
      </p:cxnSp>
      <p:sp>
        <p:nvSpPr>
          <p:cNvPr id="61" name="TextBox 60"/>
          <p:cNvSpPr txBox="1"/>
          <p:nvPr/>
        </p:nvSpPr>
        <p:spPr>
          <a:xfrm>
            <a:off x="6150254" y="4855464"/>
            <a:ext cx="2249422" cy="4389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прочие линии АСУТП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54542" y="4712817"/>
            <a:ext cx="1481328" cy="0"/>
          </a:xfrm>
          <a:prstGeom prst="line">
            <a:avLst/>
          </a:prstGeom>
          <a:ln w="14604">
            <a:solidFill>
              <a:srgbClr val="0000FF"/>
            </a:solidFill>
            <a:prstDash val="dash"/>
          </a:ln>
        </p:spPr>
      </p:cxnSp>
      <p:sp>
        <p:nvSpPr>
          <p:cNvPr id="63" name="TextBox 62"/>
          <p:cNvSpPr txBox="1"/>
          <p:nvPr/>
        </p:nvSpPr>
        <p:spPr>
          <a:xfrm>
            <a:off x="8454542" y="4855464"/>
            <a:ext cx="2249422" cy="4389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Calibri"/>
              </a:rPr>
              <a:t>связь на структурной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5684" y="5371185"/>
            <a:ext cx="8010144" cy="60350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Calibri"/>
              </a:rPr>
              <a:t>Прямоугольник без заливки. Стрелок-наконечников на линиях нет.
Кабель: -WPxx, сечение, откуда / куда. Ссылка: /лист.колонка</a:t>
            </a:r>
          </a:p>
        </p:txBody>
      </p:sp>
      <p:sp>
        <p:nvSpPr>
          <p:cNvPr id="65" name="Наименование листа"/>
          <p:cNvSpPr txBox="1"/>
          <p:nvPr/>
        </p:nvSpPr>
        <p:spPr>
          <a:xfrm>
            <a:off x="1117600" y="2286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u="sng">
                <a:solidFill>
                  <a:srgbClr val="000000"/>
                </a:solidFill>
                <a:latin typeface="Tahoma"/>
              </a:rPr>
              <a:t>Условные обозначения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Рамка EPLAN (А3, лист)"/>
          <p:cNvGrpSpPr/>
          <p:nvPr/>
        </p:nvGrpSpPr>
        <p:grpSpPr>
          <a:xfrm>
            <a:off x="-701675" y="6286"/>
            <a:ext cx="15815373" cy="10684574"/>
            <a:chOff x="-701675" y="6286"/>
            <a:chExt cx="15815373" cy="10684574"/>
          </a:xfrm>
        </p:grpSpPr>
        <p:cxnSp>
          <p:nvCxnSpPr>
            <p:cNvPr id="48" name="Connector 47"/>
            <p:cNvCxnSpPr/>
            <p:nvPr/>
          </p:nvCxnSpPr>
          <p:spPr>
            <a:xfrm>
              <a:off x="6286" y="628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49" name="Connector 48"/>
            <p:cNvCxnSpPr/>
            <p:nvPr/>
          </p:nvCxnSpPr>
          <p:spPr>
            <a:xfrm>
              <a:off x="6286" y="10685716"/>
              <a:ext cx="15107412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0" name="Connector 49"/>
            <p:cNvCxnSpPr/>
            <p:nvPr/>
          </p:nvCxnSpPr>
          <p:spPr>
            <a:xfrm>
              <a:off x="6286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1" name="Connector 50"/>
            <p:cNvCxnSpPr/>
            <p:nvPr/>
          </p:nvCxnSpPr>
          <p:spPr>
            <a:xfrm>
              <a:off x="15113698" y="6286"/>
              <a:ext cx="0" cy="1067943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2" name="Connector 51"/>
            <p:cNvCxnSpPr/>
            <p:nvPr/>
          </p:nvCxnSpPr>
          <p:spPr>
            <a:xfrm>
              <a:off x="2142109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3" name="Connector 52"/>
            <p:cNvCxnSpPr/>
            <p:nvPr/>
          </p:nvCxnSpPr>
          <p:spPr>
            <a:xfrm>
              <a:off x="3564128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4" name="Connector 53"/>
            <p:cNvCxnSpPr/>
            <p:nvPr/>
          </p:nvCxnSpPr>
          <p:spPr>
            <a:xfrm>
              <a:off x="4986147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5" name="Connector 54"/>
            <p:cNvCxnSpPr/>
            <p:nvPr/>
          </p:nvCxnSpPr>
          <p:spPr>
            <a:xfrm>
              <a:off x="6408166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6" name="Connector 55"/>
            <p:cNvCxnSpPr/>
            <p:nvPr/>
          </p:nvCxnSpPr>
          <p:spPr>
            <a:xfrm>
              <a:off x="7830185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7" name="Connector 56"/>
            <p:cNvCxnSpPr/>
            <p:nvPr/>
          </p:nvCxnSpPr>
          <p:spPr>
            <a:xfrm>
              <a:off x="9252204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8" name="Connector 57"/>
            <p:cNvCxnSpPr/>
            <p:nvPr/>
          </p:nvCxnSpPr>
          <p:spPr>
            <a:xfrm>
              <a:off x="10674223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59" name="Connector 58"/>
            <p:cNvCxnSpPr/>
            <p:nvPr/>
          </p:nvCxnSpPr>
          <p:spPr>
            <a:xfrm>
              <a:off x="12096242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60" name="Connector 59"/>
            <p:cNvCxnSpPr/>
            <p:nvPr/>
          </p:nvCxnSpPr>
          <p:spPr>
            <a:xfrm>
              <a:off x="13518261" y="6350"/>
              <a:ext cx="0" cy="17526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61" name="TextBox 60"/>
            <p:cNvSpPr txBox="1"/>
            <p:nvPr/>
          </p:nvSpPr>
          <p:spPr>
            <a:xfrm>
              <a:off x="720090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42109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564128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86147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3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408166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4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830185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5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252204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6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674223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7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2096242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8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3518261" y="44450"/>
              <a:ext cx="1422019" cy="1371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9</a:t>
              </a: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720090" y="18161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2" name="Connector 71"/>
            <p:cNvCxnSpPr/>
            <p:nvPr/>
          </p:nvCxnSpPr>
          <p:spPr>
            <a:xfrm>
              <a:off x="720090" y="10513060"/>
              <a:ext cx="1422019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3" name="Connector 72"/>
            <p:cNvCxnSpPr/>
            <p:nvPr/>
          </p:nvCxnSpPr>
          <p:spPr>
            <a:xfrm>
              <a:off x="72009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74" name="Connector 73"/>
            <p:cNvCxnSpPr/>
            <p:nvPr/>
          </p:nvCxnSpPr>
          <p:spPr>
            <a:xfrm>
              <a:off x="14940280" y="181610"/>
              <a:ext cx="0" cy="103314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75" name="TextBox 74"/>
            <p:cNvSpPr txBox="1"/>
            <p:nvPr/>
          </p:nvSpPr>
          <p:spPr>
            <a:xfrm>
              <a:off x="11322050" y="10541000"/>
              <a:ext cx="55626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Копировал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3462000" y="10541000"/>
              <a:ext cx="1092200" cy="1498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Формат  А3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28829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78" name="Connector 77"/>
            <p:cNvCxnSpPr/>
            <p:nvPr/>
          </p:nvCxnSpPr>
          <p:spPr>
            <a:xfrm>
              <a:off x="468630" y="181610"/>
              <a:ext cx="0" cy="431927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79" name="Connector 78"/>
            <p:cNvCxnSpPr/>
            <p:nvPr/>
          </p:nvCxnSpPr>
          <p:spPr>
            <a:xfrm>
              <a:off x="288290" y="18161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80" name="Connector 79"/>
            <p:cNvCxnSpPr/>
            <p:nvPr/>
          </p:nvCxnSpPr>
          <p:spPr>
            <a:xfrm>
              <a:off x="288290" y="2341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cxnSp>
          <p:nvCxnSpPr>
            <p:cNvPr id="81" name="Connector 80"/>
            <p:cNvCxnSpPr/>
            <p:nvPr/>
          </p:nvCxnSpPr>
          <p:spPr>
            <a:xfrm>
              <a:off x="288290" y="450088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  <a:custDash>
                <a:ds d="573000" sp="573000"/>
              </a:custDash>
            </a:ln>
          </p:spPr>
        </p:cxnSp>
        <p:sp>
          <p:nvSpPr>
            <p:cNvPr id="82" name="TextBox 81"/>
            <p:cNvSpPr txBox="1"/>
            <p:nvPr/>
          </p:nvSpPr>
          <p:spPr>
            <a:xfrm rot="16200000">
              <a:off x="-701675" y="1171575"/>
              <a:ext cx="216027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Перв. примен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 rot="16200000">
              <a:off x="-701040" y="3331210"/>
              <a:ext cx="215900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Справ. №</a:t>
              </a:r>
            </a:p>
          </p:txBody>
        </p:sp>
        <p:cxnSp>
          <p:nvCxnSpPr>
            <p:cNvPr id="84" name="Connector 83"/>
            <p:cNvCxnSpPr/>
            <p:nvPr/>
          </p:nvCxnSpPr>
          <p:spPr>
            <a:xfrm>
              <a:off x="28829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5" name="Connector 84"/>
            <p:cNvCxnSpPr/>
            <p:nvPr/>
          </p:nvCxnSpPr>
          <p:spPr>
            <a:xfrm>
              <a:off x="468630" y="5293360"/>
              <a:ext cx="0" cy="521970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6" name="Connector 85"/>
            <p:cNvCxnSpPr/>
            <p:nvPr/>
          </p:nvCxnSpPr>
          <p:spPr>
            <a:xfrm>
              <a:off x="288290" y="52933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7" name="Connector 86"/>
            <p:cNvCxnSpPr/>
            <p:nvPr/>
          </p:nvCxnSpPr>
          <p:spPr>
            <a:xfrm>
              <a:off x="288290" y="65532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8" name="Connector 87"/>
            <p:cNvCxnSpPr/>
            <p:nvPr/>
          </p:nvCxnSpPr>
          <p:spPr>
            <a:xfrm>
              <a:off x="288290" y="745363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89" name="Connector 88"/>
            <p:cNvCxnSpPr/>
            <p:nvPr/>
          </p:nvCxnSpPr>
          <p:spPr>
            <a:xfrm>
              <a:off x="288290" y="835279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0" name="Connector 89"/>
            <p:cNvCxnSpPr/>
            <p:nvPr/>
          </p:nvCxnSpPr>
          <p:spPr>
            <a:xfrm>
              <a:off x="288290" y="961390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1" name="Connector 90"/>
            <p:cNvCxnSpPr/>
            <p:nvPr/>
          </p:nvCxnSpPr>
          <p:spPr>
            <a:xfrm>
              <a:off x="288290" y="10513060"/>
              <a:ext cx="43180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92" name="TextBox 91"/>
            <p:cNvSpPr txBox="1"/>
            <p:nvPr/>
          </p:nvSpPr>
          <p:spPr>
            <a:xfrm rot="16200000">
              <a:off x="-251460" y="5833110"/>
              <a:ext cx="125984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 rot="16200000">
              <a:off x="-71755" y="6913245"/>
              <a:ext cx="90043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дубл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 rot="16200000">
              <a:off x="-71120" y="781304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Взам. инв. №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 rot="16200000">
              <a:off x="-252095" y="8893175"/>
              <a:ext cx="126111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Подп. и дата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 rot="16200000">
              <a:off x="-71120" y="9973310"/>
              <a:ext cx="899160" cy="18034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Инв. № подл</a:t>
              </a:r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8280400" y="9973310"/>
              <a:ext cx="66598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8" name="Connector 97"/>
            <p:cNvCxnSpPr/>
            <p:nvPr/>
          </p:nvCxnSpPr>
          <p:spPr>
            <a:xfrm>
              <a:off x="82804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99" name="Connector 98"/>
            <p:cNvCxnSpPr/>
            <p:nvPr/>
          </p:nvCxnSpPr>
          <p:spPr>
            <a:xfrm>
              <a:off x="8280400" y="1015365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0" name="Connector 99"/>
            <p:cNvCxnSpPr/>
            <p:nvPr/>
          </p:nvCxnSpPr>
          <p:spPr>
            <a:xfrm>
              <a:off x="8280400" y="10333990"/>
              <a:ext cx="233934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1" name="Connector 100"/>
            <p:cNvCxnSpPr/>
            <p:nvPr/>
          </p:nvCxnSpPr>
          <p:spPr>
            <a:xfrm>
              <a:off x="853186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2" name="Connector 101"/>
            <p:cNvCxnSpPr/>
            <p:nvPr/>
          </p:nvCxnSpPr>
          <p:spPr>
            <a:xfrm>
              <a:off x="88925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3" name="Connector 102"/>
            <p:cNvCxnSpPr/>
            <p:nvPr/>
          </p:nvCxnSpPr>
          <p:spPr>
            <a:xfrm>
              <a:off x="972058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4" name="Connector 103"/>
            <p:cNvCxnSpPr/>
            <p:nvPr/>
          </p:nvCxnSpPr>
          <p:spPr>
            <a:xfrm>
              <a:off x="1026033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5" name="Connector 104"/>
            <p:cNvCxnSpPr/>
            <p:nvPr/>
          </p:nvCxnSpPr>
          <p:spPr>
            <a:xfrm>
              <a:off x="1061974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6" name="Connector 105"/>
            <p:cNvCxnSpPr/>
            <p:nvPr/>
          </p:nvCxnSpPr>
          <p:spPr>
            <a:xfrm>
              <a:off x="14579600" y="9973310"/>
              <a:ext cx="0" cy="53975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cxnSp>
          <p:nvCxnSpPr>
            <p:cNvPr id="107" name="Connector 106"/>
            <p:cNvCxnSpPr/>
            <p:nvPr/>
          </p:nvCxnSpPr>
          <p:spPr>
            <a:xfrm>
              <a:off x="14579600" y="10224770"/>
              <a:ext cx="360680" cy="0"/>
            </a:xfrm>
            <a:prstGeom prst="line">
              <a:avLst/>
            </a:prstGeom>
            <a:ln w="12573">
              <a:solidFill>
                <a:srgbClr val="000000"/>
              </a:solidFill>
            </a:ln>
          </p:spPr>
        </p:cxnSp>
        <p:sp>
          <p:nvSpPr>
            <p:cNvPr id="108" name="TextBox 107"/>
            <p:cNvSpPr txBox="1"/>
            <p:nvPr/>
          </p:nvSpPr>
          <p:spPr>
            <a:xfrm>
              <a:off x="8280400" y="10333990"/>
              <a:ext cx="25146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Ред.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531860" y="10333990"/>
              <a:ext cx="36068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Листов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8892540" y="10333990"/>
              <a:ext cx="82804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№ докум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720580" y="10333990"/>
              <a:ext cx="53975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Подп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260330" y="10333990"/>
              <a:ext cx="359410" cy="17907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704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Дата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4579600" y="9973310"/>
              <a:ext cx="360680" cy="25146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Лист</a:t>
              </a:r>
            </a:p>
          </p:txBody>
        </p:sp>
        <p:sp>
          <p:nvSpPr>
            <p:cNvPr id="114" name="Номер листа"/>
            <p:cNvSpPr txBox="1"/>
            <p:nvPr/>
          </p:nvSpPr>
          <p:spPr>
            <a:xfrm>
              <a:off x="14579600" y="10224770"/>
              <a:ext cx="360680" cy="28829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88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3</a:t>
              </a:r>
            </a:p>
          </p:txBody>
        </p:sp>
        <p:sp>
          <p:nvSpPr>
            <p:cNvPr id="115" name="Обозначение"/>
            <p:cNvSpPr txBox="1"/>
            <p:nvPr/>
          </p:nvSpPr>
          <p:spPr>
            <a:xfrm>
              <a:off x="10619740" y="9973310"/>
              <a:ext cx="3959860" cy="53975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ctr"/>
              <a:r>
                <a:rPr sz="1600" b="0">
                  <a:solidFill>
                    <a:srgbClr val="000000"/>
                  </a:solidFill>
                  <a:latin typeface="Tahoma"/>
                  <a:ea typeface="Tahoma"/>
                  <a:cs typeface="Tahoma"/>
                </a:rPr>
                <a:t>00000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1212494" y="2792577"/>
            <a:ext cx="1865376" cy="12618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6385" y="2836468"/>
            <a:ext cx="1777593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-U1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6385" y="3703320"/>
            <a:ext cx="1777593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Шкаф управления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5422" y="2792577"/>
            <a:ext cx="1865376" cy="126187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9313" y="2836468"/>
            <a:ext cx="1777593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-PLC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9313" y="3703320"/>
            <a:ext cx="1777593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ПЛК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63486" y="1640433"/>
            <a:ext cx="1865376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7377" y="1684324"/>
            <a:ext cx="1777593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7377" y="2441448"/>
            <a:ext cx="1777593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Профилометр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63486" y="3944721"/>
            <a:ext cx="1865376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7377" y="3988612"/>
            <a:ext cx="1777593" cy="28529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Calibri"/>
              </a:rPr>
              <a:t>-CV1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7377" y="4745736"/>
            <a:ext cx="1777593" cy="30723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Calibri"/>
              </a:rPr>
              <a:t>Камера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77870" y="3396081"/>
            <a:ext cx="987552" cy="0"/>
          </a:xfrm>
          <a:prstGeom prst="line">
            <a:avLst/>
          </a:prstGeom>
          <a:ln w="15875">
            <a:solidFill>
              <a:srgbClr val="0000FF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5930798" y="2243937"/>
            <a:ext cx="932688" cy="932688"/>
          </a:xfrm>
          <a:prstGeom prst="line">
            <a:avLst/>
          </a:prstGeom>
          <a:ln w="15875">
            <a:solidFill>
              <a:srgbClr val="0000FF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930798" y="3670401"/>
            <a:ext cx="932688" cy="768096"/>
          </a:xfrm>
          <a:prstGeom prst="line">
            <a:avLst/>
          </a:prstGeom>
          <a:ln w="14604">
            <a:solidFill>
              <a:srgbClr val="0000FF"/>
            </a:solidFill>
            <a:prstDash val="dash"/>
          </a:ln>
        </p:spPr>
      </p:cxnSp>
      <p:sp>
        <p:nvSpPr>
          <p:cNvPr id="45" name="TextBox 44"/>
          <p:cNvSpPr txBox="1"/>
          <p:nvPr/>
        </p:nvSpPr>
        <p:spPr>
          <a:xfrm>
            <a:off x="3110787" y="3033979"/>
            <a:ext cx="987552" cy="26334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FF"/>
                </a:solidFill>
                <a:latin typeface="Calibri"/>
              </a:rPr>
              <a:t>Eth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0526" y="3834993"/>
            <a:ext cx="877824" cy="24140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FF"/>
                </a:solidFill>
                <a:latin typeface="Calibri"/>
              </a:rPr>
              <a:t>Eth</a:t>
            </a:r>
          </a:p>
        </p:txBody>
      </p:sp>
      <p:sp>
        <p:nvSpPr>
          <p:cNvPr id="47" name="Наименование листа"/>
          <p:cNvSpPr txBox="1"/>
          <p:nvPr/>
        </p:nvSpPr>
        <p:spPr>
          <a:xfrm>
            <a:off x="1117600" y="2286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u="sng">
                <a:solidFill>
                  <a:srgbClr val="000000"/>
                </a:solidFill>
                <a:latin typeface="Tahoma"/>
              </a:rPr>
              <a:t>Структурная схема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22222"/>
      </a:dk2>
      <a:lt2>
        <a:srgbClr val="EEECE1"/>
      </a:lt2>
      <a:accent1>
        <a:srgbClr val="222222"/>
      </a:accent1>
      <a:accent2>
        <a:srgbClr val="C0504D"/>
      </a:accent2>
      <a:accent3>
        <a:srgbClr val="9BBB59"/>
      </a:accent3>
      <a:accent4>
        <a:srgbClr val="8064A2"/>
      </a:accent4>
      <a:accent5>
        <a:srgbClr val="333333"/>
      </a:accent5>
      <a:accent6>
        <a:srgbClr val="F79646"/>
      </a:accent6>
      <a:hlink>
        <a:srgbClr val="22222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электрических схем ИНТЕЛМЕТ</dc:title>
  <dc:subject/>
  <dc:creator>ИНТЕЛМЕТ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